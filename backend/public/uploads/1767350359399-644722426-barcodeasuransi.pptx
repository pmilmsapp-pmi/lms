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938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F4D2E-A72B-35CB-4BC9-8FEE46EBE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ACFC7B-DB96-5EE6-6E72-CC2BB67DBC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2F066-F6C0-B32F-6AA6-F964CC926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53FA1-3443-4FB3-846A-8D79B8B64C8D}" type="datetimeFigureOut">
              <a:rPr lang="en-ID" smtClean="0"/>
              <a:t>12/12/2025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F594B-7DFC-69C4-679B-4BD2C4654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196F5-652B-9054-479C-7E64A8ED6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9E561-C3CB-4C97-AFB2-53E53BA2A4B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51053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262EF-015D-48DF-184C-0396510D8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400CB-63A2-D4F7-BC23-455E765E8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3FDFD-75FC-1D5D-6C8D-E5A637A58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53FA1-3443-4FB3-846A-8D79B8B64C8D}" type="datetimeFigureOut">
              <a:rPr lang="en-ID" smtClean="0"/>
              <a:t>12/12/2025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ED28C-F790-EC3A-231A-C3017C00F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F8CEA-352B-954A-D162-F82545A73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9E561-C3CB-4C97-AFB2-53E53BA2A4B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52132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948D7-50DC-3CB3-CAB0-C9991039E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C6BD4-8671-83BA-E7A1-636DBCF73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0808B-739B-32FC-74F1-D787FC1A9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53FA1-3443-4FB3-846A-8D79B8B64C8D}" type="datetimeFigureOut">
              <a:rPr lang="en-ID" smtClean="0"/>
              <a:t>12/12/2025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4B6DD-6604-C108-BE97-284813EB3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8D2D8-44BC-E793-4642-4CB6D5F10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9E561-C3CB-4C97-AFB2-53E53BA2A4B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63249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D4D1B-7824-E72D-D820-3A18251A2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83B1F-9009-4475-7952-94618324E2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1D3A1-3544-B255-5F50-D00F2B0E6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B9F149-4ABE-9DC9-153E-BF0C74AA9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53FA1-3443-4FB3-846A-8D79B8B64C8D}" type="datetimeFigureOut">
              <a:rPr lang="en-ID" smtClean="0"/>
              <a:t>12/12/2025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4E27C2-5BB5-8B1D-FD29-EC6677F3D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AD2AED-92ED-06D2-0161-3BBCB9370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9E561-C3CB-4C97-AFB2-53E53BA2A4B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67057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37D53-F5BD-4AEB-F7DA-70E1D5915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A98611-C7B9-6CA7-AF70-D219CB02FF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67D1F6-3F71-B4A2-BA20-2BBD85CD53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FB9CC1-5F10-69C7-8833-4AD9A7C104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22E716-7B09-8A7F-B822-E475BA3C1B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689BFB-0243-09C4-DC57-E7C412F29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53FA1-3443-4FB3-846A-8D79B8B64C8D}" type="datetimeFigureOut">
              <a:rPr lang="en-ID" smtClean="0"/>
              <a:t>12/12/2025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499CE2-3B77-A341-0A5B-2EC6426E2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06A172-CD9B-EF0C-C924-9EE8559B1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9E561-C3CB-4C97-AFB2-53E53BA2A4B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0426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92528-BA44-C652-61E4-7A9291537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CD86EB-C9E7-C8E8-612F-A409EB487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53FA1-3443-4FB3-846A-8D79B8B64C8D}" type="datetimeFigureOut">
              <a:rPr lang="en-ID" smtClean="0"/>
              <a:t>12/12/2025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5EAD73-7250-715D-ED28-8111A1D21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57188-A866-F853-2FE6-5FE2BE08E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9E561-C3CB-4C97-AFB2-53E53BA2A4B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22452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C80DC4-E690-D9E9-8CE1-044E1A0AE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53FA1-3443-4FB3-846A-8D79B8B64C8D}" type="datetimeFigureOut">
              <a:rPr lang="en-ID" smtClean="0"/>
              <a:t>12/12/2025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140BA8-5CFE-7B90-A68F-445E1394E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7D3BD-3480-F61B-F47D-3FE2B4955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9E561-C3CB-4C97-AFB2-53E53BA2A4B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39117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6DB38-17CB-3EE0-1808-F52550F23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A4394-1299-4A55-D09C-956E51664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00D072-3A01-5803-4FFA-036168B6A3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D734F-CB96-8B86-0E71-C58427820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53FA1-3443-4FB3-846A-8D79B8B64C8D}" type="datetimeFigureOut">
              <a:rPr lang="en-ID" smtClean="0"/>
              <a:t>12/12/2025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4D4D50-40A4-08BC-8EAC-806258830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701DA4-DE1A-556B-2CAF-10E41173B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9E561-C3CB-4C97-AFB2-53E53BA2A4B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10707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AF087-FA63-D1F1-850D-A574BAF6D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94EA9E-1C76-422F-8232-A4353AFEEB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2BD2AE-F422-3974-A398-D61752A150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25FE7-DBAB-F6DF-8691-496074444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53FA1-3443-4FB3-846A-8D79B8B64C8D}" type="datetimeFigureOut">
              <a:rPr lang="en-ID" smtClean="0"/>
              <a:t>12/12/2025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60AB77-BB27-1765-A9D9-531DD7A70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8E03C-0AD6-C092-1064-E09CF199F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9E561-C3CB-4C97-AFB2-53E53BA2A4B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63051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6387F-57F8-2796-3857-42B6A3BBE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299A6A-59F2-20A7-9EE0-37AB2F6530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BC11A-91BA-A642-AE6E-09E310134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53FA1-3443-4FB3-846A-8D79B8B64C8D}" type="datetimeFigureOut">
              <a:rPr lang="en-ID" smtClean="0"/>
              <a:t>12/12/2025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64BCF-64BD-4172-DB8C-6817C17AF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59925-0A18-0B6E-21A6-92AE83720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9E561-C3CB-4C97-AFB2-53E53BA2A4B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62676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E490EC-2D39-48D9-A7BE-7F8A44ABCA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57A62E-3BEE-4028-104C-D6175EF6F9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D3F8C-577C-15B4-11A4-EBD5BFC31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53FA1-3443-4FB3-846A-8D79B8B64C8D}" type="datetimeFigureOut">
              <a:rPr lang="en-ID" smtClean="0"/>
              <a:t>12/12/2025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60625-6BF2-99E6-87E2-CE3273104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1BEF1-A0E3-017E-A30F-33CCA8038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9E561-C3CB-4C97-AFB2-53E53BA2A4B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88537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6DCC84-9977-0816-71E6-2DBAFF58A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FCEBB-E0BF-7155-3740-EB7DE559F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DE96D-B71E-DFCE-1A6F-B7C7F310AE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753FA1-3443-4FB3-846A-8D79B8B64C8D}" type="datetimeFigureOut">
              <a:rPr lang="en-ID" smtClean="0"/>
              <a:t>12/12/2025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B2406-481F-0192-6CEF-3C578D16ED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8D3FB-FF77-9D85-ADE2-53DEDA882A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9E561-C3CB-4C97-AFB2-53E53BA2A4B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03119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C249EBE-B8B0-9EB5-B9D8-AB8BA9A903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0375" y="2243033"/>
            <a:ext cx="3951249" cy="39512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56178C-5E79-C284-4FA2-F948F2FCC588}"/>
              </a:ext>
            </a:extLst>
          </p:cNvPr>
          <p:cNvSpPr txBox="1"/>
          <p:nvPr/>
        </p:nvSpPr>
        <p:spPr>
          <a:xfrm>
            <a:off x="947853" y="585659"/>
            <a:ext cx="1011973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3000" dirty="0">
                <a:latin typeface="Cambria" panose="02040503050406030204" pitchFamily="18" charset="0"/>
                <a:ea typeface="Cambria" panose="02040503050406030204" pitchFamily="18" charset="0"/>
              </a:rPr>
              <a:t>“</a:t>
            </a:r>
            <a:r>
              <a:rPr lang="en-ID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Relawan</a:t>
            </a:r>
            <a:r>
              <a:rPr lang="en-ID" sz="3000" dirty="0">
                <a:latin typeface="Cambria" panose="02040503050406030204" pitchFamily="18" charset="0"/>
                <a:ea typeface="Cambria" panose="02040503050406030204" pitchFamily="18" charset="0"/>
              </a:rPr>
              <a:t> PMI: </a:t>
            </a:r>
            <a:r>
              <a:rPr lang="en-ID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Keamananmu</a:t>
            </a:r>
            <a:r>
              <a:rPr lang="en-ID" sz="3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D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Prioritas</a:t>
            </a:r>
            <a:r>
              <a:rPr lang="en-ID" sz="3000" dirty="0">
                <a:latin typeface="Cambria" panose="02040503050406030204" pitchFamily="18" charset="0"/>
                <a:ea typeface="Cambria" panose="02040503050406030204" pitchFamily="18" charset="0"/>
              </a:rPr>
              <a:t>. Daftar </a:t>
            </a:r>
            <a:r>
              <a:rPr lang="en-ID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Mandiri</a:t>
            </a:r>
            <a:r>
              <a:rPr lang="en-ID" sz="3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D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Respons</a:t>
            </a:r>
            <a:r>
              <a:rPr lang="en-ID" sz="3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D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Banjir</a:t>
            </a:r>
            <a:r>
              <a:rPr lang="en-ID" sz="3000" dirty="0">
                <a:latin typeface="Cambria" panose="02040503050406030204" pitchFamily="18" charset="0"/>
                <a:ea typeface="Cambria" panose="02040503050406030204" pitchFamily="18" charset="0"/>
              </a:rPr>
              <a:t> Sumatera di Link </a:t>
            </a:r>
            <a:r>
              <a:rPr lang="en-ID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Berikut</a:t>
            </a:r>
            <a:r>
              <a:rPr lang="en-ID" sz="3000" dirty="0">
                <a:latin typeface="Cambria" panose="02040503050406030204" pitchFamily="18" charset="0"/>
                <a:ea typeface="Cambria" panose="02040503050406030204" pitchFamily="18" charset="0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889810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Doddy Alfitra</dc:creator>
  <cp:lastModifiedBy>Doddy Alfitra</cp:lastModifiedBy>
  <cp:revision>1</cp:revision>
  <dcterms:created xsi:type="dcterms:W3CDTF">2025-12-12T09:53:45Z</dcterms:created>
  <dcterms:modified xsi:type="dcterms:W3CDTF">2025-12-12T10:01:11Z</dcterms:modified>
</cp:coreProperties>
</file>